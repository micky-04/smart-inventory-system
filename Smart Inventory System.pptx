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2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97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985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97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69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71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25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69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949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145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934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9302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899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376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754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297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1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075832-8730-4E41-86DC-2474496B23F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731C6-C709-469A-B32A-6A0D50065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087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74FFFBA-1594-CF6A-EA62-6639FDED7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8" y="613031"/>
            <a:ext cx="9144000" cy="1655762"/>
          </a:xfrm>
        </p:spPr>
        <p:txBody>
          <a:bodyPr/>
          <a:lstStyle/>
          <a:p>
            <a:r>
              <a:rPr lang="en-IN" sz="3200" dirty="0"/>
              <a:t>Topic</a:t>
            </a:r>
          </a:p>
          <a:p>
            <a:endParaRPr lang="en-IN" dirty="0"/>
          </a:p>
          <a:p>
            <a:r>
              <a:rPr lang="en-US" sz="2400" b="1" dirty="0">
                <a:solidFill>
                  <a:schemeClr val="tx1"/>
                </a:solidFill>
              </a:rPr>
              <a:t>Smart Inventory System 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8501" y="3960260"/>
            <a:ext cx="8785123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r>
              <a:rPr lang="en-US" sz="1500" dirty="0" smtClean="0"/>
              <a:t>Members: Manish Lad</a:t>
            </a:r>
            <a:br>
              <a:rPr lang="en-US" sz="1500" dirty="0" smtClean="0"/>
            </a:br>
            <a:r>
              <a:rPr lang="en-US" sz="1500" dirty="0" smtClean="0"/>
              <a:t>                  </a:t>
            </a:r>
            <a:r>
              <a:rPr lang="en-US" sz="1500" dirty="0" err="1" smtClean="0"/>
              <a:t>Arpita</a:t>
            </a:r>
            <a:r>
              <a:rPr lang="en-US" sz="1500" dirty="0" smtClean="0"/>
              <a:t> </a:t>
            </a:r>
            <a:r>
              <a:rPr lang="en-US" sz="1500" dirty="0" err="1" smtClean="0"/>
              <a:t>Bakal</a:t>
            </a:r>
            <a:endParaRPr lang="en-US" sz="1500" dirty="0" smtClean="0"/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endParaRPr lang="en-US" sz="1500" dirty="0" smtClean="0"/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r>
              <a:rPr lang="en-US" sz="1500" dirty="0" smtClean="0"/>
              <a:t>Department: MCA</a:t>
            </a:r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endParaRPr lang="en-US" sz="1500" dirty="0" smtClean="0"/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r>
              <a:rPr lang="en-US" sz="1500" dirty="0" smtClean="0"/>
              <a:t>Invigilator: </a:t>
            </a:r>
            <a:r>
              <a:rPr lang="en-US" sz="1500" dirty="0" err="1" smtClean="0"/>
              <a:t>Prof.Prashant</a:t>
            </a:r>
            <a:r>
              <a:rPr lang="en-US" sz="1500" dirty="0" smtClean="0"/>
              <a:t> Kori</a:t>
            </a:r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endParaRPr lang="en-US" sz="1500" dirty="0"/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r>
              <a:rPr lang="en-US" sz="1500" dirty="0" smtClean="0"/>
              <a:t>Reviewer: Prof. </a:t>
            </a:r>
            <a:r>
              <a:rPr lang="en-US" sz="1500" dirty="0" err="1" smtClean="0"/>
              <a:t>Vijaya</a:t>
            </a:r>
            <a:r>
              <a:rPr lang="en-US" sz="1500" dirty="0" smtClean="0"/>
              <a:t> </a:t>
            </a:r>
            <a:r>
              <a:rPr lang="en-US" sz="1500" dirty="0" err="1" smtClean="0"/>
              <a:t>Jadhav</a:t>
            </a:r>
            <a:endParaRPr lang="en-US" sz="1500" dirty="0" smtClean="0"/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endParaRPr lang="en-US" sz="1500" dirty="0" smtClean="0"/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r>
              <a:rPr lang="en-US" sz="1500" dirty="0" smtClean="0">
                <a:latin typeface="Lato" pitchFamily="34" charset="0"/>
                <a:ea typeface="Lato" pitchFamily="34" charset="-122"/>
                <a:cs typeface="Lato" pitchFamily="34" charset="-120"/>
              </a:rPr>
              <a:t>Institution</a:t>
            </a:r>
            <a:r>
              <a:rPr lang="en-US" sz="1500" dirty="0">
                <a:latin typeface="Lato" pitchFamily="34" charset="0"/>
                <a:ea typeface="Lato" pitchFamily="34" charset="-122"/>
                <a:cs typeface="Lato" pitchFamily="34" charset="-120"/>
              </a:rPr>
              <a:t>: </a:t>
            </a:r>
            <a:r>
              <a:rPr lang="en-US" sz="1500" dirty="0"/>
              <a:t>ASM's IBMR Pune - Institute of Business Management and Research</a:t>
            </a:r>
          </a:p>
          <a:p>
            <a:pPr marL="342900" indent="-342900">
              <a:buFont typeface="Wingdings" panose="05000000000000000000" pitchFamily="2" charset="2"/>
              <a:buChar char="Ø"/>
              <a:defRPr sz="3600" b="1">
                <a:solidFill>
                  <a:srgbClr val="FFFFFF"/>
                </a:solidFill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20748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01024A-07F0-557A-580D-EF6ADDD04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58" y="63592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Introduction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2400" dirty="0"/>
              <a:t>A </a:t>
            </a:r>
            <a:r>
              <a:rPr lang="en-US" sz="2400" b="1" dirty="0"/>
              <a:t>Smart Inventory System </a:t>
            </a:r>
            <a:r>
              <a:rPr lang="en-US" sz="2400" dirty="0" smtClean="0"/>
              <a:t> </a:t>
            </a:r>
            <a:r>
              <a:rPr lang="en-US" sz="2400" dirty="0"/>
              <a:t>is a digital solution designed to </a:t>
            </a:r>
            <a:r>
              <a:rPr lang="en-US" sz="2400" dirty="0" smtClean="0"/>
              <a:t>help </a:t>
            </a:r>
            <a:r>
              <a:rPr lang="en-US" sz="2400" dirty="0"/>
              <a:t>retail shops manage their stock efficiently.</a:t>
            </a:r>
          </a:p>
          <a:p>
            <a:r>
              <a:rPr lang="en-US" sz="2400" dirty="0"/>
              <a:t>It helps shop owners track products, monitor stock levels, manage sales, and reduce losses due to overstocking or stock shortages.</a:t>
            </a:r>
          </a:p>
          <a:p>
            <a:r>
              <a:rPr lang="en-US" sz="2400" dirty="0"/>
              <a:t>Unlike manual record-keeping, this system provides real-time updates, automated alerts, and better accuracy. It is especially useful for grocery stores, medical shops, stationery shops, and small retail businesses.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84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17F4B8-B3F9-E867-1017-BFF3E344F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58" y="596593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300" b="1" dirty="0"/>
              <a:t>Objectives</a:t>
            </a:r>
          </a:p>
          <a:p>
            <a:pPr marL="0" indent="0">
              <a:buNone/>
            </a:pPr>
            <a:r>
              <a:rPr lang="en-US" dirty="0"/>
              <a:t>The main objectives of the Smart Inventory System are:</a:t>
            </a:r>
          </a:p>
          <a:p>
            <a:r>
              <a:rPr lang="en-US" dirty="0"/>
              <a:t>To maintain accurate product records.</a:t>
            </a:r>
          </a:p>
          <a:p>
            <a:r>
              <a:rPr lang="en-US" dirty="0"/>
              <a:t>To monitor stock levels in real time.</a:t>
            </a:r>
          </a:p>
          <a:p>
            <a:r>
              <a:rPr lang="en-US" dirty="0"/>
              <a:t>To reduce manual errors in inventory management.</a:t>
            </a:r>
          </a:p>
          <a:p>
            <a:r>
              <a:rPr lang="en-US" dirty="0"/>
              <a:t>To generate bills automatically.</a:t>
            </a:r>
          </a:p>
          <a:p>
            <a:r>
              <a:rPr lang="en-US" dirty="0"/>
              <a:t>To provide low-stock alerts.</a:t>
            </a:r>
          </a:p>
          <a:p>
            <a:r>
              <a:rPr lang="en-US" dirty="0"/>
              <a:t>To generate sales and stock reports.</a:t>
            </a:r>
          </a:p>
          <a:p>
            <a:r>
              <a:rPr lang="en-US" dirty="0"/>
              <a:t>To improve business efficiency and profit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overcome the problems exist </a:t>
            </a:r>
            <a:r>
              <a:rPr lang="en-US" dirty="0" smtClean="0"/>
              <a:t>in </a:t>
            </a:r>
            <a:r>
              <a:rPr lang="en-US" dirty="0" smtClean="0"/>
              <a:t>current alternatives.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066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950E76-D2FC-C064-AAA0-4412C8C0A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48" y="478606"/>
            <a:ext cx="10515600" cy="5322426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5900" b="1" dirty="0"/>
              <a:t> Modules</a:t>
            </a:r>
          </a:p>
          <a:p>
            <a:pPr marL="0" indent="0">
              <a:buNone/>
            </a:pPr>
            <a:r>
              <a:rPr lang="en-US" sz="4200" dirty="0"/>
              <a:t>The system consists of the following modules:</a:t>
            </a:r>
          </a:p>
          <a:p>
            <a:pPr marL="0" indent="0">
              <a:buNone/>
            </a:pPr>
            <a:r>
              <a:rPr lang="en-US" sz="4200" b="1" dirty="0"/>
              <a:t>🔹 Admin Module</a:t>
            </a:r>
          </a:p>
          <a:p>
            <a:r>
              <a:rPr lang="en-US" sz="4200" dirty="0"/>
              <a:t>Admin Login</a:t>
            </a:r>
          </a:p>
          <a:p>
            <a:r>
              <a:rPr lang="en-US" sz="4200" dirty="0"/>
              <a:t>Add/Edit/Delete Products</a:t>
            </a:r>
          </a:p>
          <a:p>
            <a:r>
              <a:rPr lang="en-US" sz="4200" dirty="0"/>
              <a:t>Manage Categories</a:t>
            </a:r>
          </a:p>
          <a:p>
            <a:pPr marL="0" indent="0">
              <a:buNone/>
            </a:pPr>
            <a:r>
              <a:rPr lang="en-US" sz="4200" b="1" dirty="0"/>
              <a:t>🔹 Inventory Management Module</a:t>
            </a:r>
          </a:p>
          <a:p>
            <a:r>
              <a:rPr lang="en-US" sz="4200" dirty="0"/>
              <a:t>Track Stock Quantity</a:t>
            </a:r>
          </a:p>
          <a:p>
            <a:r>
              <a:rPr lang="en-US" sz="4200" dirty="0"/>
              <a:t>Update Product Details</a:t>
            </a:r>
          </a:p>
          <a:p>
            <a:r>
              <a:rPr lang="en-US" sz="4200" dirty="0"/>
              <a:t>Monitor Expiry Dates (for grocery/medical shops)</a:t>
            </a:r>
          </a:p>
          <a:p>
            <a:pPr marL="0" indent="0">
              <a:buNone/>
            </a:pPr>
            <a:r>
              <a:rPr lang="en-US" sz="4200" b="1" dirty="0"/>
              <a:t>🔹 Billing Module</a:t>
            </a:r>
          </a:p>
          <a:p>
            <a:r>
              <a:rPr lang="en-US" sz="4200" dirty="0"/>
              <a:t>Generate Invoice</a:t>
            </a:r>
          </a:p>
          <a:p>
            <a:r>
              <a:rPr lang="en-US" sz="4200" dirty="0"/>
              <a:t>Calculate Total with GST</a:t>
            </a:r>
          </a:p>
          <a:p>
            <a:r>
              <a:rPr lang="en-US" sz="4200" dirty="0"/>
              <a:t>Print/Download Bill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464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260132-3D5F-133B-FDCA-A7A11449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1" y="100954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🔹 Sales Module</a:t>
            </a:r>
          </a:p>
          <a:p>
            <a:r>
              <a:rPr lang="en-US" dirty="0"/>
              <a:t>Record Daily Sales</a:t>
            </a:r>
          </a:p>
          <a:p>
            <a:r>
              <a:rPr lang="en-US" dirty="0"/>
              <a:t>Track Most Sold Products</a:t>
            </a:r>
          </a:p>
          <a:p>
            <a:r>
              <a:rPr lang="en-US" dirty="0"/>
              <a:t>Maintain Sales History</a:t>
            </a:r>
          </a:p>
          <a:p>
            <a:pPr marL="0" indent="0">
              <a:buNone/>
            </a:pPr>
            <a:r>
              <a:rPr lang="en-US" b="1" dirty="0"/>
              <a:t>🔹 Alert &amp; Notification Module</a:t>
            </a:r>
          </a:p>
          <a:p>
            <a:r>
              <a:rPr lang="en-US" dirty="0"/>
              <a:t>Low Stock Alert</a:t>
            </a:r>
          </a:p>
          <a:p>
            <a:r>
              <a:rPr lang="en-US" dirty="0"/>
              <a:t>Expiry Alert</a:t>
            </a:r>
          </a:p>
          <a:p>
            <a:r>
              <a:rPr lang="en-US" dirty="0"/>
              <a:t>Restock Reminder</a:t>
            </a:r>
          </a:p>
          <a:p>
            <a:pPr marL="0" indent="0">
              <a:buNone/>
            </a:pPr>
            <a:r>
              <a:rPr lang="en-US" b="1" dirty="0"/>
              <a:t>🔹 Report Module</a:t>
            </a:r>
          </a:p>
          <a:p>
            <a:r>
              <a:rPr lang="en-US" dirty="0"/>
              <a:t>Monthly Sales Report</a:t>
            </a:r>
          </a:p>
          <a:p>
            <a:r>
              <a:rPr lang="en-US" dirty="0"/>
              <a:t>Stock Report</a:t>
            </a:r>
          </a:p>
          <a:p>
            <a:r>
              <a:rPr lang="en-US" dirty="0"/>
              <a:t>Profit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45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15262D-9475-CCAA-5143-D8A50EBF3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0" y="74407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Technology Used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dirty="0"/>
              <a:t>The system can be developed using:</a:t>
            </a:r>
          </a:p>
          <a:p>
            <a:r>
              <a:rPr lang="en-US" sz="2000" b="1" dirty="0"/>
              <a:t>Frontend:</a:t>
            </a:r>
            <a:r>
              <a:rPr lang="en-US" sz="2000" dirty="0"/>
              <a:t> HTML, CSS, JavaScript</a:t>
            </a:r>
          </a:p>
          <a:p>
            <a:r>
              <a:rPr lang="en-US" sz="2000" b="1" dirty="0"/>
              <a:t>Backend:</a:t>
            </a:r>
            <a:r>
              <a:rPr lang="en-US" sz="2000" dirty="0"/>
              <a:t> Java (</a:t>
            </a:r>
            <a:r>
              <a:rPr lang="en-US" sz="2000"/>
              <a:t>JDBC </a:t>
            </a:r>
            <a:r>
              <a:rPr lang="en-US" sz="2000" smtClean="0"/>
              <a:t>/ </a:t>
            </a:r>
            <a:r>
              <a:rPr lang="en-US" sz="2000" dirty="0"/>
              <a:t>Spring Boot)</a:t>
            </a:r>
          </a:p>
          <a:p>
            <a:r>
              <a:rPr lang="en-US" sz="2000" b="1" dirty="0"/>
              <a:t>Database:</a:t>
            </a:r>
            <a:r>
              <a:rPr lang="en-US" sz="2000" dirty="0"/>
              <a:t> MySQL</a:t>
            </a:r>
          </a:p>
          <a:p>
            <a:r>
              <a:rPr lang="en-US" sz="2000" b="1" dirty="0"/>
              <a:t>Tools:</a:t>
            </a:r>
            <a:r>
              <a:rPr lang="en-US" sz="2000" dirty="0"/>
              <a:t> VS Code / Eclipse / NetBeans</a:t>
            </a:r>
          </a:p>
          <a:p>
            <a:r>
              <a:rPr lang="en-US" sz="2000" b="1" dirty="0"/>
              <a:t>Optional:</a:t>
            </a:r>
            <a:r>
              <a:rPr lang="en-US" sz="2000" dirty="0"/>
              <a:t> Barcode Scanner Integration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99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862485-5215-2854-2CCB-51B5126DD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0" y="65558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Future Scope</a:t>
            </a:r>
          </a:p>
          <a:p>
            <a:pPr marL="0" indent="0">
              <a:buNone/>
            </a:pPr>
            <a:r>
              <a:rPr lang="en-US" sz="2000" dirty="0"/>
              <a:t>The Smart Inventory System can be improved by:</a:t>
            </a:r>
          </a:p>
          <a:p>
            <a:r>
              <a:rPr lang="en-US" sz="2000" dirty="0"/>
              <a:t>Adding a mobile application version.</a:t>
            </a:r>
          </a:p>
          <a:p>
            <a:r>
              <a:rPr lang="en-US" sz="2000" dirty="0"/>
              <a:t>Integrating barcode scanning system.</a:t>
            </a:r>
          </a:p>
          <a:p>
            <a:r>
              <a:rPr lang="en-US" sz="2000" dirty="0"/>
              <a:t>Adding AI-based demand prediction.</a:t>
            </a:r>
          </a:p>
          <a:p>
            <a:r>
              <a:rPr lang="en-US" sz="2000" dirty="0"/>
              <a:t>Cloud-based data storage.</a:t>
            </a:r>
          </a:p>
          <a:p>
            <a:r>
              <a:rPr lang="en-US" sz="2000" dirty="0"/>
              <a:t>Multi-branch shop management.</a:t>
            </a:r>
          </a:p>
          <a:p>
            <a:r>
              <a:rPr lang="en-US" sz="2000" dirty="0"/>
              <a:t>Online order integration.</a:t>
            </a:r>
          </a:p>
          <a:p>
            <a:r>
              <a:rPr lang="en-US" sz="2000" dirty="0"/>
              <a:t>SMS notification for suppliers.</a:t>
            </a:r>
          </a:p>
          <a:p>
            <a:pPr marL="0" indent="0">
              <a:buNone/>
            </a:pP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513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05F228-FF27-7D73-2BB0-C34A39423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52776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 Literature Survey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Research and existing systems show that digital inventory systems improve business performance.</a:t>
            </a:r>
          </a:p>
          <a:p>
            <a:r>
              <a:rPr lang="en-US" dirty="0"/>
              <a:t>Studies show that small businesses lose revenue due to poor stock management.</a:t>
            </a:r>
          </a:p>
          <a:p>
            <a:r>
              <a:rPr lang="en-US" dirty="0"/>
              <a:t>Automated inventory systems reduce errors and save time.</a:t>
            </a:r>
          </a:p>
          <a:p>
            <a:r>
              <a:rPr lang="en-US" dirty="0"/>
              <a:t>Real-time tracking increases operational efficiency.</a:t>
            </a:r>
          </a:p>
          <a:p>
            <a:r>
              <a:rPr lang="en-US" dirty="0"/>
              <a:t>Many existing retail management systems highlight the importance of stock forecasting and reporting.</a:t>
            </a:r>
          </a:p>
          <a:p>
            <a:r>
              <a:rPr lang="en-US" dirty="0"/>
              <a:t>Based on these studies, the Smart Inventory System is designed to be simple, cost-effective, and suitable for small shop owners.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941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113</TotalTime>
  <Words>274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Lato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Anushka Bakal</dc:creator>
  <cp:lastModifiedBy>HP</cp:lastModifiedBy>
  <cp:revision>9</cp:revision>
  <dcterms:created xsi:type="dcterms:W3CDTF">2026-02-20T17:22:32Z</dcterms:created>
  <dcterms:modified xsi:type="dcterms:W3CDTF">2026-03-14T08:59:27Z</dcterms:modified>
</cp:coreProperties>
</file>